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원본 1번 슬라이드 · 표지 — GO-TO TUNA</a:t>
            </a:r>
          </a:p>
          <a:p>
            <a:r>
              <a:t>이 샘플은 형식·디자인 규칙을 읽기 위한 참조용 렌더 이미지입니다. 텍스트는 이미지에 포함되어 있으므로 복사할 수 없습니다 — 규칙을 눈으로 읽어 언어로 정리하는 것이 실습 3의 첫 단계입니다.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원본 3번 슬라이드 · 02 시장 분석</a:t>
            </a:r>
          </a:p>
          <a:p>
            <a:r>
              <a:t>이 샘플은 형식·디자인 규칙을 읽기 위한 참조용 렌더 이미지입니다. 텍스트는 이미지에 포함되어 있으므로 복사할 수 없습니다 — 규칙을 눈으로 읽어 언어로 정리하는 것이 실습 3의 첫 단계입니다.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원본 4번 슬라이드 · 03 제품 분석</a:t>
            </a:r>
          </a:p>
          <a:p>
            <a:r>
              <a:t>이 샘플은 형식·디자인 규칙을 읽기 위한 참조용 렌더 이미지입니다. 텍스트는 이미지에 포함되어 있으므로 복사할 수 없습니다 — 규칙을 눈으로 읽어 언어로 정리하는 것이 실습 3의 첫 단계입니다.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원본 6번 슬라이드 · KEY CONCEPT — NO SAUCE</a:t>
            </a:r>
          </a:p>
          <a:p>
            <a:r>
              <a:t>이 샘플은 형식·디자인 규칙을 읽기 위한 참조용 렌더 이미지입니다. 텍스트는 이미지에 포함되어 있으므로 복사할 수 없습니다 — 규칙을 눈으로 읽어 언어로 정리하는 것이 실습 3의 첫 단계입니다.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원본 9번 슬라이드 · 09 광고 효과</a:t>
            </a:r>
          </a:p>
          <a:p>
            <a:r>
              <a:t>이 샘플은 형식·디자인 규칙을 읽기 위한 참조용 렌더 이미지입니다. 텍스트는 이미지에 포함되어 있으므로 복사할 수 없습니다 — 규칙을 눈으로 읽어 언어로 정리하는 것이 실습 3의 첫 단계입니다.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